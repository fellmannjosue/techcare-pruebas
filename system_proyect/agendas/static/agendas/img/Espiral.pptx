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0252968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Espiral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josue fellmann</dc:creator>
  <cp:lastModifiedBy>josue fellmann</cp:lastModifiedBy>
  <cp:revision>1</cp:revision>
  <dcterms:created xsi:type="dcterms:W3CDTF">2026-04-27T19:59:26Z</dcterms:created>
  <dcterms:modified xsi:type="dcterms:W3CDTF">2026-04-27T20:07:14Z</dcterms:modified>
</cp:coreProperties>
</file>